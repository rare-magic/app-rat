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</p:sldIdLst>
  <p:sldSz cx="12192000" cy="6858000"/>
  <p:notesSz cx="6797675" cy="9926638"/>
  <p:custDataLst>
    <p:tags r:id="rId5"/>
  </p:custDataLst>
  <p:defaultTextStyle>
    <a:defPPr>
      <a:defRPr lang="en-US"/>
    </a:defPPr>
    <a:lvl1pPr marL="177800" indent="-177800" algn="l" defTabSz="711200" rtl="0" eaLnBrk="1" latinLnBrk="0" hangingPunct="1">
      <a:spcBef>
        <a:spcPts val="1200"/>
      </a:spcBef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556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5334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7112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8890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0668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12446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14224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16002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C5C5C"/>
    <a:srgbClr val="FAEEC3"/>
    <a:srgbClr val="F2DE8A"/>
    <a:srgbClr val="E9CD49"/>
    <a:srgbClr val="C6AA3D"/>
    <a:srgbClr val="AB8933"/>
    <a:srgbClr val="FAECDB"/>
    <a:srgbClr val="EDDABD"/>
    <a:srgbClr val="CFB7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9D7B26C5-4107-4FEC-AEDC-1716B250A1EF}" styleName="Light Style 1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9525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dk2"/>
          </a:solidFill>
        </a:fill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firstCol>
      <a:tcTxStyle b="on"/>
      <a:tcStyle>
        <a:tcBdr/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1905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accent3"/>
      </a:tcTxStyle>
      <a:tcStyle>
        <a:tcBdr>
          <a:bottom>
            <a:ln w="1905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552" autoAdjust="0"/>
  </p:normalViewPr>
  <p:slideViewPr>
    <p:cSldViewPr snapToGrid="0">
      <p:cViewPr varScale="1">
        <p:scale>
          <a:sx n="123" d="100"/>
          <a:sy n="123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4292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cxnSp>
        <p:nvCxnSpPr>
          <p:cNvPr id="39" name="SeparatorLine"/>
          <p:cNvCxnSpPr/>
          <p:nvPr userDrawn="1"/>
        </p:nvCxnSpPr>
        <p:spPr>
          <a:xfrm>
            <a:off x="0" y="5481638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323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444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34963" y="5077602"/>
            <a:ext cx="88485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600" b="1" cap="all" spc="300" baseline="0" dirty="0">
                <a:solidFill>
                  <a:schemeClr val="tx1"/>
                </a:solidFill>
              </a:rPr>
              <a:t>Draft</a:t>
            </a:r>
          </a:p>
        </p:txBody>
      </p:sp>
      <p:cxnSp>
        <p:nvCxnSpPr>
          <p:cNvPr id="5" name="SeparatorLine"/>
          <p:cNvCxnSpPr/>
          <p:nvPr userDrawn="1"/>
        </p:nvCxnSpPr>
        <p:spPr>
          <a:xfrm>
            <a:off x="0" y="4873803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lientLogo"/>
          <p:cNvSpPr>
            <a:spLocks noGrp="1"/>
          </p:cNvSpPr>
          <p:nvPr>
            <p:ph type="pic" sz="quarter" idx="10"/>
          </p:nvPr>
        </p:nvSpPr>
        <p:spPr>
          <a:xfrm>
            <a:off x="8617039" y="3364443"/>
            <a:ext cx="3239999" cy="1399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Disclaime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468" y="6547288"/>
            <a:ext cx="6407451" cy="274344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34965" y="2420938"/>
            <a:ext cx="11522075" cy="90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add subtitle/contacts/date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334964" y="1268413"/>
            <a:ext cx="11522075" cy="900112"/>
          </a:xfrm>
        </p:spPr>
        <p:txBody>
          <a:bodyPr anchor="b"/>
          <a:lstStyle>
            <a:lvl1pPr algn="l">
              <a:spcBef>
                <a:spcPts val="0"/>
              </a:spcBef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12046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949F73F-40C4-459A-87F2-5B4A916D8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39456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606" imgH="608" progId="TCLayout.ActiveDocument.1">
                  <p:embed/>
                </p:oleObj>
              </mc:Choice>
              <mc:Fallback>
                <p:oleObj name="think-cell Slide" r:id="rId7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49F73F-40C4-459A-87F2-5B4A916D8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/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buNone/>
            </a:pPr>
            <a:r>
              <a:rPr lang="en-US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74656D706C6174652076657273696F6E3D22322E342E302220747970653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22363922202F3E0D0A202020203C4C6F776572537469636B6572477569646520786D6C6E733D2231303022202F3E0D0A202020203C426F74746F6D477569646520786D6C6E733D2235313722202F3E0D0A20203C2F4775696465733E0D0A3C2F627466703E --&gt;&lt;/BTFP&gt;</a:t>
            </a:r>
            <a:endParaRPr lang="en-US" sz="100" dirty="0">
              <a:solidFill>
                <a:schemeClr val="bg1">
                  <a:alpha val="0"/>
                </a:schemeClr>
              </a:solidFill>
            </a:endParaRPr>
          </a:p>
        </p:txBody>
      </p:sp>
      <p:sp>
        <p:nvSpPr>
          <p:cNvPr id="19" name="SlideNumber"/>
          <p:cNvSpPr/>
          <p:nvPr userDrawn="1"/>
        </p:nvSpPr>
        <p:spPr bwMode="gray">
          <a:xfrm>
            <a:off x="11715975" y="6649694"/>
            <a:ext cx="141064" cy="13849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/>
          <a:p>
            <a:pPr marL="0" indent="0" algn="r" defTabSz="711200" rtl="0" eaLnBrk="1" latinLnBrk="0" hangingPunct="1">
              <a:spcBef>
                <a:spcPts val="1200"/>
              </a:spcBef>
              <a:buNone/>
            </a:pPr>
            <a:fld id="{BB69BBE8-4DB2-4642-B003-B220ACD5A2FD}" type="slidenum">
              <a:rPr lang="en-US" sz="900" b="0" baseline="0" smtClean="0">
                <a:solidFill>
                  <a:schemeClr val="bg2"/>
                </a:solidFill>
                <a:latin typeface="+mn-lt"/>
              </a:rPr>
              <a:pPr marL="0" indent="0" algn="r" defTabSz="711200" rtl="0" eaLnBrk="1" latinLnBrk="0" hangingPunct="1">
                <a:spcBef>
                  <a:spcPts val="1200"/>
                </a:spcBef>
                <a:buNone/>
              </a:pPr>
              <a:t>‹#›</a:t>
            </a:fld>
            <a:endParaRPr lang="en-US" sz="900" b="0" dirty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2" name="BainLogo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000" y="6654664"/>
            <a:ext cx="1152000" cy="144000"/>
          </a:xfrm>
          <a:prstGeom prst="rect">
            <a:avLst/>
          </a:prstGeom>
        </p:spPr>
      </p:pic>
      <p:sp>
        <p:nvSpPr>
          <p:cNvPr id="8" name="CreatedFooter"/>
          <p:cNvSpPr/>
          <p:nvPr userDrawn="1"/>
        </p:nvSpPr>
        <p:spPr>
          <a:xfrm>
            <a:off x="8263033" y="6642830"/>
            <a:ext cx="1368171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Template</a:t>
            </a:r>
            <a:endParaRPr lang="en-US" sz="600" dirty="0">
              <a:solidFill>
                <a:srgbClr val="FFFFFF"/>
              </a:solidFill>
            </a:endParaRPr>
          </a:p>
        </p:txBody>
      </p:sp>
      <p:sp>
        <p:nvSpPr>
          <p:cNvPr id="7" name="OfficeCode"/>
          <p:cNvSpPr/>
          <p:nvPr userDrawn="1"/>
        </p:nvSpPr>
        <p:spPr>
          <a:xfrm>
            <a:off x="7348519" y="6642830"/>
            <a:ext cx="288036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DBS</a:t>
            </a:r>
            <a:endParaRPr lang="en-US" sz="600" dirty="0">
              <a:solidFill>
                <a:srgbClr val="FFFFFF"/>
              </a:solidFill>
            </a:endParaRPr>
          </a:p>
        </p:txBody>
      </p:sp>
      <p:pic>
        <p:nvPicPr>
          <p:cNvPr id="14" name="Disclaimer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16547" y="6641266"/>
            <a:ext cx="6407451" cy="176799"/>
          </a:xfrm>
          <a:prstGeom prst="rect">
            <a:avLst/>
          </a:prstGeom>
        </p:spPr>
      </p:pic>
      <p:cxnSp>
        <p:nvCxnSpPr>
          <p:cNvPr id="20" name="FooterSeparatorLine"/>
          <p:cNvCxnSpPr/>
          <p:nvPr userDrawn="1"/>
        </p:nvCxnSpPr>
        <p:spPr>
          <a:xfrm>
            <a:off x="0" y="6598800"/>
            <a:ext cx="11857037" cy="0"/>
          </a:xfrm>
          <a:prstGeom prst="line">
            <a:avLst/>
          </a:prstGeom>
          <a:ln w="9525" cap="flat">
            <a:solidFill>
              <a:schemeClr val="accent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itleSeparatorLine"/>
          <p:cNvCxnSpPr/>
          <p:nvPr userDrawn="1"/>
        </p:nvCxnSpPr>
        <p:spPr>
          <a:xfrm>
            <a:off x="0" y="873125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prstGeom prst="rect">
            <a:avLst/>
          </a:prstGeom>
        </p:spPr>
        <p:txBody>
          <a:bodyPr vert="horz" lIns="36000" tIns="36000" rIns="3600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79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3" r:id="rId2"/>
    <p:sldLayoutId id="2147483655" r:id="rId3"/>
    <p:sldLayoutId id="2147483649" r:id="rId4"/>
  </p:sldLayoutIdLst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100000"/>
        </a:lnSpc>
        <a:spcBef>
          <a:spcPts val="12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0" algn="l" defTabSz="914354" rtl="0" eaLnBrk="1" latinLnBrk="0" hangingPunct="1">
        <a:lnSpc>
          <a:spcPct val="100000"/>
        </a:lnSpc>
        <a:spcBef>
          <a:spcPts val="6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1950" indent="0" algn="l" defTabSz="914354" rtl="0" eaLnBrk="1" latinLnBrk="0" hangingPunct="1">
        <a:lnSpc>
          <a:spcPct val="100000"/>
        </a:lnSpc>
        <a:spcBef>
          <a:spcPts val="6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4988" indent="0" algn="l" defTabSz="914354" rtl="0" eaLnBrk="1" latinLnBrk="0" hangingPunct="1">
        <a:lnSpc>
          <a:spcPct val="100000"/>
        </a:lnSpc>
        <a:spcBef>
          <a:spcPts val="6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5962" indent="0" algn="l" defTabSz="914354" rtl="0" eaLnBrk="1" latinLnBrk="0" hangingPunct="1">
        <a:lnSpc>
          <a:spcPct val="100000"/>
        </a:lnSpc>
        <a:spcBef>
          <a:spcPts val="6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0" userDrawn="1">
          <p15:clr>
            <a:srgbClr val="D1D1D1"/>
          </p15:clr>
        </p15:guide>
        <p15:guide id="4" orient="horz" pos="799" userDrawn="1">
          <p15:clr>
            <a:srgbClr val="D1D1D1"/>
          </p15:clr>
        </p15:guide>
        <p15:guide id="7" orient="horz" pos="4133" userDrawn="1">
          <p15:clr>
            <a:srgbClr val="D1D1D1"/>
          </p15:clr>
        </p15:guide>
        <p15:guide id="8" pos="208" userDrawn="1">
          <p15:clr>
            <a:srgbClr val="CCCCCC"/>
          </p15:clr>
        </p15:guide>
        <p15:guide id="9" pos="7472" userDrawn="1">
          <p15:clr>
            <a:srgbClr val="CCCCC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F8E185FB-1F27-5BD7-0E9B-8CDC68704434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749770">
              <a:extLst>
                <a:ext uri="{FF2B5EF4-FFF2-40B4-BE49-F238E27FC236}">
                  <a16:creationId xmlns:a16="http://schemas.microsoft.com/office/drawing/2014/main" id="{01E69BBD-FF5E-657A-D289-358A6C6B1853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657249">
              <a:extLst>
                <a:ext uri="{FF2B5EF4-FFF2-40B4-BE49-F238E27FC236}">
                  <a16:creationId xmlns:a16="http://schemas.microsoft.com/office/drawing/2014/main" id="{4CC3F397-C107-93FF-3312-E91F3A42949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859669">
              <a:extLst>
                <a:ext uri="{FF2B5EF4-FFF2-40B4-BE49-F238E27FC236}">
                  <a16:creationId xmlns:a16="http://schemas.microsoft.com/office/drawing/2014/main" id="{F5CE67A7-0270-7654-4FF3-D89FECD93233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649901">
              <a:extLst>
                <a:ext uri="{FF2B5EF4-FFF2-40B4-BE49-F238E27FC236}">
                  <a16:creationId xmlns:a16="http://schemas.microsoft.com/office/drawing/2014/main" id="{B9C48AB4-490D-BCD8-6072-83199374F976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0F92FACF-66C9-30B2-6963-E3E71596F903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481507">
              <a:extLst>
                <a:ext uri="{FF2B5EF4-FFF2-40B4-BE49-F238E27FC236}">
                  <a16:creationId xmlns:a16="http://schemas.microsoft.com/office/drawing/2014/main" id="{110765CC-A752-D3E0-CDAA-F1098D18AB5E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530179">
              <a:extLst>
                <a:ext uri="{FF2B5EF4-FFF2-40B4-BE49-F238E27FC236}">
                  <a16:creationId xmlns:a16="http://schemas.microsoft.com/office/drawing/2014/main" id="{DE31DC93-0495-F289-A69B-D5FC2B9BDCB4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684953">
              <a:extLst>
                <a:ext uri="{FF2B5EF4-FFF2-40B4-BE49-F238E27FC236}">
                  <a16:creationId xmlns:a16="http://schemas.microsoft.com/office/drawing/2014/main" id="{1CC9DD7F-83E3-A432-55D4-E28737D2683D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739932">
              <a:extLst>
                <a:ext uri="{FF2B5EF4-FFF2-40B4-BE49-F238E27FC236}">
                  <a16:creationId xmlns:a16="http://schemas.microsoft.com/office/drawing/2014/main" id="{3181AA4A-E417-E5C9-CE12-115E09835FE2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A109E43-BD2A-A474-B4BB-2B0F3986C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btfpNotesBox542415">
            <a:extLst>
              <a:ext uri="{FF2B5EF4-FFF2-40B4-BE49-F238E27FC236}">
                <a16:creationId xmlns:a16="http://schemas.microsoft.com/office/drawing/2014/main" id="{1129A4ED-EAB9-766E-10F9-416CE8CB6C52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gray">
          <a:xfrm>
            <a:off x="330199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</a:t>
            </a:r>
            <a:endParaRPr lang="en-US" sz="800" dirty="0" err="1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68940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BTFPCOLUMNGUIDE" val="Visible"/>
  <p:tag name="OFFICE" val="Boston"/>
  <p:tag name="MEKKOFORMATS" val="&lt;MekkoFormats&gt;&lt;NumberFormat DecimalSeparator=&quot;.&quot; ThousandSeparator=&quot;,&quot; NegativeNumberFormat=&quot;1&quot; /&gt;&lt;DateFormat CultureID=&quot;1033&quot; FormatString=&quot;M/d/yyyy&quot; /&gt;&lt;Font&gt;&lt;Output_Font_Name Default=&quot;Arial&quot; UsePPTTheme=&quot;True&quot; /&gt;&lt;/Font&gt;&lt;/MekkoFormat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heme/theme1.xml><?xml version="1.0" encoding="utf-8"?>
<a:theme xmlns:a="http://schemas.openxmlformats.org/drawingml/2006/main" name="Bain Core">
  <a:themeElements>
    <a:clrScheme name="Bain">
      <a:dk1>
        <a:srgbClr val="000000"/>
      </a:dk1>
      <a:lt1>
        <a:srgbClr val="FFFFFF"/>
      </a:lt1>
      <a:dk2>
        <a:srgbClr val="D6D6D6"/>
      </a:dk2>
      <a:lt2>
        <a:srgbClr val="5C5C5C"/>
      </a:lt2>
      <a:accent1>
        <a:srgbClr val="B4B4B4"/>
      </a:accent1>
      <a:accent2>
        <a:srgbClr val="D6D6D6"/>
      </a:accent2>
      <a:accent3>
        <a:srgbClr val="CC0000"/>
      </a:accent3>
      <a:accent4>
        <a:srgbClr val="46647B"/>
      </a:accent4>
      <a:accent5>
        <a:srgbClr val="507867"/>
      </a:accent5>
      <a:accent6>
        <a:srgbClr val="973B74"/>
      </a:accent6>
      <a:hlink>
        <a:srgbClr val="46647B"/>
      </a:hlink>
      <a:folHlink>
        <a:srgbClr val="7891AA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ain Core On Screen Show (16_9).potx" id="{56CF97D2-A744-43CA-AE15-0214FF29DAC4}" vid="{A64E784E-EE2A-4031-BBD4-3B52B2D870F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CE28C1D2031CE49B65EB9398B6665A4" ma:contentTypeVersion="16" ma:contentTypeDescription="Ein neues Dokument erstellen." ma:contentTypeScope="" ma:versionID="915be8ddf9203496dff81045837c2095">
  <xsd:schema xmlns:xsd="http://www.w3.org/2001/XMLSchema" xmlns:xs="http://www.w3.org/2001/XMLSchema" xmlns:p="http://schemas.microsoft.com/office/2006/metadata/properties" xmlns:ns2="024ef72b-9a44-443b-86c7-2b9b89248177" xmlns:ns3="df6b8441-aa16-4692-b757-547843ef6d58" xmlns:ns4="0e427f73-0d6a-4740-aee4-eea3ddf9cfe2" targetNamespace="http://schemas.microsoft.com/office/2006/metadata/properties" ma:root="true" ma:fieldsID="93e82e7d94d6100c07791c5c9fddab0b" ns2:_="" ns3:_="" ns4:_="">
    <xsd:import namespace="024ef72b-9a44-443b-86c7-2b9b89248177"/>
    <xsd:import namespace="df6b8441-aa16-4692-b757-547843ef6d58"/>
    <xsd:import namespace="0e427f73-0d6a-4740-aee4-eea3ddf9cf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ef72b-9a44-443b-86c7-2b9b892481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4b166abb-7d38-406f-9233-2f33b10aef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6b8441-aa16-4692-b757-547843ef6d5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7f73-0d6a-4740-aee4-eea3ddf9cfe2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a85ec8ad-9b94-48bf-98e4-b3da507f3f23}" ma:internalName="TaxCatchAll" ma:showField="CatchAllData" ma:web="df6b8441-aa16-4692-b757-547843ef6d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D835C2C-3CD2-40BE-BE8B-84BB9926EA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8E3FDD-F0A4-4844-9D40-FD90550EE8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ef72b-9a44-443b-86c7-2b9b89248177"/>
    <ds:schemaRef ds:uri="df6b8441-aa16-4692-b757-547843ef6d58"/>
    <ds:schemaRef ds:uri="0e427f73-0d6a-4740-aee4-eea3ddf9cf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Bain Core</vt:lpstr>
      <vt:lpstr>think-cell Slide</vt:lpstr>
      <vt:lpstr>PowerPoint Presentation</vt:lpstr>
    </vt:vector>
  </TitlesOfParts>
  <Company>Bain and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Arora, Aayush</dc:creator>
  <cp:lastModifiedBy>Varshney, Harsh</cp:lastModifiedBy>
  <cp:revision>4</cp:revision>
  <cp:lastPrinted>2017-02-15T14:23:56Z</cp:lastPrinted>
  <dcterms:created xsi:type="dcterms:W3CDTF">2025-04-03T18:34:04Z</dcterms:created>
  <dcterms:modified xsi:type="dcterms:W3CDTF">2025-10-13T18:44:50Z</dcterms:modified>
</cp:coreProperties>
</file>